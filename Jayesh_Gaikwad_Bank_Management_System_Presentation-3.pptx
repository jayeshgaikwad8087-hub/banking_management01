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BANK MANAGEMENT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632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300"/>
            </a:pPr>
            <a:r>
              <a:t>Full-Stack Web Application</a:t>
            </a:r>
            <a:br/>
            <a:r>
              <a:t>Developed by Jayesh Gaikwad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Web-based system for managing banking administration activities</a:t>
            </a:r>
          </a:p>
          <a:p>
            <a:pPr>
              <a:spcAft>
                <a:spcPts val="1000"/>
              </a:spcAft>
              <a:defRPr sz="2100"/>
            </a:pPr>
            <a:r>
              <a:t>Customer, account, transaction and loan management</a:t>
            </a:r>
          </a:p>
          <a:p>
            <a:pPr>
              <a:spcAft>
                <a:spcPts val="1000"/>
              </a:spcAft>
              <a:defRPr sz="2100"/>
            </a:pPr>
            <a:r>
              <a:t>Responsive interface using HTML, CSS and JavaScript</a:t>
            </a:r>
          </a:p>
          <a:p>
            <a:pPr>
              <a:spcAft>
                <a:spcPts val="1000"/>
              </a:spcAft>
              <a:defRPr sz="2100"/>
            </a:pPr>
            <a:r>
              <a:t>Backend developed with Python and Flask</a:t>
            </a:r>
          </a:p>
          <a:p>
            <a:pPr>
              <a:spcAft>
                <a:spcPts val="1000"/>
              </a:spcAft>
              <a:defRPr sz="2100"/>
            </a:pPr>
            <a:r>
              <a:t>MongoDB used for document-based data storage</a:t>
            </a:r>
          </a:p>
          <a:p>
            <a:pPr>
              <a:spcAft>
                <a:spcPts val="1000"/>
              </a:spcAft>
              <a:defRPr sz="2100"/>
            </a:pPr>
            <a:r>
              <a:t>GitHub + Render deployment-ready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Manual or scattered records are difficult to maintain and update</a:t>
            </a:r>
          </a:p>
          <a:p>
            <a:pPr>
              <a:spcAft>
                <a:spcPts val="1000"/>
              </a:spcAft>
              <a:defRPr sz="2100"/>
            </a:pPr>
            <a:r>
              <a:t>Banking information needs a centralized management interface</a:t>
            </a:r>
          </a:p>
          <a:p>
            <a:pPr>
              <a:spcAft>
                <a:spcPts val="1000"/>
              </a:spcAft>
              <a:defRPr sz="2100"/>
            </a:pPr>
            <a:r>
              <a:t>Administrators need quick access to customer and account records</a:t>
            </a:r>
          </a:p>
          <a:p>
            <a:pPr>
              <a:spcAft>
                <a:spcPts val="1000"/>
              </a:spcAft>
              <a:defRPr sz="2100"/>
            </a:pPr>
            <a:r>
              <a:t>Transactions and loan information should be organized systematically</a:t>
            </a:r>
          </a:p>
          <a:p>
            <a:pPr>
              <a:spcAft>
                <a:spcPts val="1000"/>
              </a:spcAft>
              <a:defRPr sz="2100"/>
            </a:pPr>
            <a:r>
              <a:t>The project demonstrates a practical solution using modern web technologies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Develop a practical Python Full Stack portfolio project</a:t>
            </a:r>
          </a:p>
          <a:p>
            <a:pPr>
              <a:spcAft>
                <a:spcPts val="1000"/>
              </a:spcAft>
              <a:defRPr sz="2100"/>
            </a:pPr>
            <a:r>
              <a:t>Create reusable customer, account and transaction modules</a:t>
            </a:r>
          </a:p>
          <a:p>
            <a:pPr>
              <a:spcAft>
                <a:spcPts val="1000"/>
              </a:spcAft>
              <a:defRPr sz="2100"/>
            </a:pPr>
            <a:r>
              <a:t>Connect Flask backend with MongoDB</a:t>
            </a:r>
          </a:p>
          <a:p>
            <a:pPr>
              <a:spcAft>
                <a:spcPts val="1000"/>
              </a:spcAft>
              <a:defRPr sz="2100"/>
            </a:pPr>
            <a:r>
              <a:t>Build a responsive and simple administrative interface</a:t>
            </a:r>
          </a:p>
          <a:p>
            <a:pPr>
              <a:spcAft>
                <a:spcPts val="1000"/>
              </a:spcAft>
              <a:defRPr sz="2100"/>
            </a:pPr>
            <a:r>
              <a:t>Prepare the application for GitHub and Render deployment</a:t>
            </a:r>
          </a:p>
          <a:p>
            <a:pPr>
              <a:spcAft>
                <a:spcPts val="1000"/>
              </a:spcAft>
              <a:defRPr sz="2100"/>
            </a:pPr>
            <a:r>
              <a:t>Create a foundation for future authentication and advanced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5.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Frontend: HTML5, CSS3, JavaScript</a:t>
            </a:r>
          </a:p>
          <a:p>
            <a:pPr>
              <a:spcAft>
                <a:spcPts val="1000"/>
              </a:spcAft>
              <a:defRPr sz="2100"/>
            </a:pPr>
            <a:r>
              <a:t>Backend: Python + Flask</a:t>
            </a:r>
          </a:p>
          <a:p>
            <a:pPr>
              <a:spcAft>
                <a:spcPts val="1000"/>
              </a:spcAft>
              <a:defRPr sz="2100"/>
            </a:pPr>
            <a:r>
              <a:t>Database: MongoDB / MongoDB Atlas</a:t>
            </a:r>
          </a:p>
          <a:p>
            <a:pPr>
              <a:spcAft>
                <a:spcPts val="1000"/>
              </a:spcAft>
              <a:defRPr sz="2100"/>
            </a:pPr>
            <a:r>
              <a:t>Database Driver: PyMongo</a:t>
            </a:r>
          </a:p>
          <a:p>
            <a:pPr>
              <a:spcAft>
                <a:spcPts val="1000"/>
              </a:spcAft>
              <a:defRPr sz="2100"/>
            </a:pPr>
            <a:r>
              <a:t>Version Control: Git + GitHub</a:t>
            </a:r>
          </a:p>
          <a:p>
            <a:pPr>
              <a:spcAft>
                <a:spcPts val="1000"/>
              </a:spcAft>
              <a:defRPr sz="2100"/>
            </a:pPr>
            <a:r>
              <a:t>Deployment: Render + Gunicorn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Main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Dashboard and statistics</a:t>
            </a:r>
          </a:p>
          <a:p>
            <a:pPr>
              <a:spcAft>
                <a:spcPts val="1000"/>
              </a:spcAft>
              <a:defRPr sz="2100"/>
            </a:pPr>
            <a:r>
              <a:t>Customer Management</a:t>
            </a:r>
          </a:p>
          <a:p>
            <a:pPr>
              <a:spcAft>
                <a:spcPts val="1000"/>
              </a:spcAft>
              <a:defRPr sz="2100"/>
            </a:pPr>
            <a:r>
              <a:t>Bank Account Management</a:t>
            </a:r>
          </a:p>
          <a:p>
            <a:pPr>
              <a:spcAft>
                <a:spcPts val="1000"/>
              </a:spcAft>
              <a:defRPr sz="2100"/>
            </a:pPr>
            <a:r>
              <a:t>Transaction Management</a:t>
            </a:r>
          </a:p>
          <a:p>
            <a:pPr>
              <a:spcAft>
                <a:spcPts val="1000"/>
              </a:spcAft>
              <a:defRPr sz="2100"/>
            </a:pPr>
            <a:r>
              <a:t>Loan Management</a:t>
            </a:r>
          </a:p>
          <a:p>
            <a:pPr>
              <a:spcAft>
                <a:spcPts val="1000"/>
              </a:spcAft>
              <a:defRPr sz="2100"/>
            </a:pPr>
            <a:r>
              <a:t>Employee and Card modules</a:t>
            </a:r>
          </a:p>
          <a:p>
            <a:pPr>
              <a:spcAft>
                <a:spcPts val="1000"/>
              </a:spcAft>
              <a:defRPr sz="2100"/>
            </a:pPr>
            <a:r>
              <a:t>Reports, Analytics, KYC, Transfers, Deposits and Statements</a:t>
            </a:r>
          </a:p>
          <a:p>
            <a:pPr>
              <a:spcAft>
                <a:spcPts val="1000"/>
              </a:spcAft>
              <a:defRPr sz="2100"/>
            </a:pPr>
            <a:r>
              <a:t>Security, Support and Settings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7.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User Browser → HTML/CSS/JavaScript interface</a:t>
            </a:r>
          </a:p>
          <a:p>
            <a:pPr>
              <a:spcAft>
                <a:spcPts val="1000"/>
              </a:spcAft>
              <a:defRPr sz="2100"/>
            </a:pPr>
            <a:r>
              <a:t>Browser sends HTTP requests to Flask</a:t>
            </a:r>
          </a:p>
          <a:p>
            <a:pPr>
              <a:spcAft>
                <a:spcPts val="1000"/>
              </a:spcAft>
              <a:defRPr sz="2100"/>
            </a:pPr>
            <a:r>
              <a:t>Flask routes process requests and form data</a:t>
            </a:r>
          </a:p>
          <a:p>
            <a:pPr>
              <a:spcAft>
                <a:spcPts val="1000"/>
              </a:spcAft>
              <a:defRPr sz="2100"/>
            </a:pPr>
            <a:r>
              <a:t>PyMongo communicates with MongoDB</a:t>
            </a:r>
          </a:p>
          <a:p>
            <a:pPr>
              <a:spcAft>
                <a:spcPts val="1000"/>
              </a:spcAft>
              <a:defRPr sz="2100"/>
            </a:pPr>
            <a:r>
              <a:t>MongoDB stores application documents</a:t>
            </a:r>
          </a:p>
          <a:p>
            <a:pPr>
              <a:spcAft>
                <a:spcPts val="1000"/>
              </a:spcAft>
              <a:defRPr sz="2100"/>
            </a:pPr>
            <a:r>
              <a:t>Jinja templates return dynamic HTML pages</a:t>
            </a:r>
          </a:p>
          <a:p>
            <a:pPr>
              <a:spcAft>
                <a:spcPts val="1000"/>
              </a:spcAft>
              <a:defRPr sz="2100"/>
            </a:pPr>
            <a:r>
              <a:t>GitHub → Render → Gunicorn → Flask for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8. Database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customers collection: name, email, phone, address</a:t>
            </a:r>
          </a:p>
          <a:p>
            <a:pPr>
              <a:spcAft>
                <a:spcPts val="1000"/>
              </a:spcAft>
              <a:defRPr sz="2100"/>
            </a:pPr>
            <a:r>
              <a:t>accounts collection: account number, customer, type, balance, status</a:t>
            </a:r>
          </a:p>
          <a:p>
            <a:pPr>
              <a:spcAft>
                <a:spcPts val="1000"/>
              </a:spcAft>
              <a:defRPr sz="2100"/>
            </a:pPr>
            <a:r>
              <a:t>transactions collection: account, type, amount, description</a:t>
            </a:r>
          </a:p>
          <a:p>
            <a:pPr>
              <a:spcAft>
                <a:spcPts val="1000"/>
              </a:spcAft>
              <a:defRPr sz="2100"/>
            </a:pPr>
            <a:r>
              <a:t>loans collection: customer, amount, type, status</a:t>
            </a:r>
          </a:p>
          <a:p>
            <a:pPr>
              <a:spcAft>
                <a:spcPts val="1000"/>
              </a:spcAft>
              <a:defRPr sz="2100"/>
            </a:pPr>
            <a:r>
              <a:t>Additional collections can support employees, cards, KYC and audit logs</a:t>
            </a:r>
          </a:p>
          <a:p>
            <a:pPr>
              <a:spcAft>
                <a:spcPts val="1000"/>
              </a:spcAft>
              <a:defRPr sz="2100"/>
            </a:pPr>
            <a:r>
              <a:t>MongoDB provides flexible document-based storage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9. Customer &amp; Account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Administrator opens Customer Management</a:t>
            </a:r>
          </a:p>
          <a:p>
            <a:pPr>
              <a:spcAft>
                <a:spcPts val="1000"/>
              </a:spcAft>
              <a:defRPr sz="2100"/>
            </a:pPr>
            <a:r>
              <a:t>Customer details are entered through a Flask form</a:t>
            </a:r>
          </a:p>
          <a:p>
            <a:pPr>
              <a:spcAft>
                <a:spcPts val="1000"/>
              </a:spcAft>
              <a:defRPr sz="2100"/>
            </a:pPr>
            <a:r>
              <a:t>Flask receives the POST request</a:t>
            </a:r>
          </a:p>
          <a:p>
            <a:pPr>
              <a:spcAft>
                <a:spcPts val="1000"/>
              </a:spcAft>
              <a:defRPr sz="2100"/>
            </a:pPr>
            <a:r>
              <a:t>Customer document is stored in MongoDB</a:t>
            </a:r>
          </a:p>
          <a:p>
            <a:pPr>
              <a:spcAft>
                <a:spcPts val="1000"/>
              </a:spcAft>
              <a:defRPr sz="2100"/>
            </a:pPr>
            <a:r>
              <a:t>Account can then be opened for the customer</a:t>
            </a:r>
          </a:p>
          <a:p>
            <a:pPr>
              <a:spcAft>
                <a:spcPts val="1000"/>
              </a:spcAft>
              <a:defRPr sz="2100"/>
            </a:pPr>
            <a:r>
              <a:t>Account details are displayed in the account 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10. Transaction &amp; Loan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Transaction form accepts account number, type and amount</a:t>
            </a:r>
          </a:p>
          <a:p>
            <a:pPr>
              <a:spcAft>
                <a:spcPts val="1000"/>
              </a:spcAft>
              <a:defRPr sz="2100"/>
            </a:pPr>
            <a:r>
              <a:t>Flask processes and stores the transaction document</a:t>
            </a:r>
          </a:p>
          <a:p>
            <a:pPr>
              <a:spcAft>
                <a:spcPts val="1000"/>
              </a:spcAft>
              <a:defRPr sz="2100"/>
            </a:pPr>
            <a:r>
              <a:t>Loan form records customer, amount, type and status</a:t>
            </a:r>
          </a:p>
          <a:p>
            <a:pPr>
              <a:spcAft>
                <a:spcPts val="1000"/>
              </a:spcAft>
              <a:defRPr sz="2100"/>
            </a:pPr>
            <a:r>
              <a:t>Transaction and loan records can be viewed from their modules</a:t>
            </a:r>
          </a:p>
          <a:p>
            <a:pPr>
              <a:spcAft>
                <a:spcPts val="1000"/>
              </a:spcAft>
              <a:defRPr sz="2100"/>
            </a:pPr>
            <a:r>
              <a:t>Future version can add balance validation and EMI calculation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11. User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Professional dashboard layout</a:t>
            </a:r>
          </a:p>
          <a:p>
            <a:pPr>
              <a:spcAft>
                <a:spcPts val="1000"/>
              </a:spcAft>
              <a:defRPr sz="2100"/>
            </a:pPr>
            <a:r>
              <a:t>Sidebar navigation for major modules</a:t>
            </a:r>
          </a:p>
          <a:p>
            <a:pPr>
              <a:spcAft>
                <a:spcPts val="1000"/>
              </a:spcAft>
              <a:defRPr sz="2100"/>
            </a:pPr>
            <a:r>
              <a:t>Cards for quick statistics</a:t>
            </a:r>
          </a:p>
          <a:p>
            <a:pPr>
              <a:spcAft>
                <a:spcPts val="1000"/>
              </a:spcAft>
              <a:defRPr sz="2100"/>
            </a:pPr>
            <a:r>
              <a:t>Forms for data entry</a:t>
            </a:r>
          </a:p>
          <a:p>
            <a:pPr>
              <a:spcAft>
                <a:spcPts val="1000"/>
              </a:spcAft>
              <a:defRPr sz="2100"/>
            </a:pPr>
            <a:r>
              <a:t>Tables for displaying records</a:t>
            </a:r>
          </a:p>
          <a:p>
            <a:pPr>
              <a:spcAft>
                <a:spcPts val="1000"/>
              </a:spcAft>
              <a:defRPr sz="2100"/>
            </a:pPr>
            <a:r>
              <a:t>Responsive design for smaller screens</a:t>
            </a:r>
          </a:p>
          <a:p>
            <a:pPr>
              <a:spcAft>
                <a:spcPts val="1000"/>
              </a:spcAft>
              <a:defRPr sz="2100"/>
            </a:pPr>
            <a:r>
              <a:t>JavaScript confirmation for destructive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12. Security Considerations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Environment variables used for database credentials</a:t>
            </a:r>
          </a:p>
          <a:p>
            <a:pPr>
              <a:spcAft>
                <a:spcPts val="1000"/>
              </a:spcAft>
              <a:defRPr sz="2100"/>
            </a:pPr>
            <a:r>
              <a:t>.env is excluded from GitHub using .gitignore</a:t>
            </a:r>
          </a:p>
          <a:p>
            <a:pPr>
              <a:spcAft>
                <a:spcPts val="1000"/>
              </a:spcAft>
              <a:defRPr sz="2100"/>
            </a:pPr>
            <a:r>
              <a:t>Production version should use authentication</a:t>
            </a:r>
          </a:p>
          <a:p>
            <a:pPr>
              <a:spcAft>
                <a:spcPts val="1000"/>
              </a:spcAft>
              <a:defRPr sz="2100"/>
            </a:pPr>
            <a:r>
              <a:t>Passwords should use secure hashing</a:t>
            </a:r>
          </a:p>
          <a:p>
            <a:pPr>
              <a:spcAft>
                <a:spcPts val="1000"/>
              </a:spcAft>
              <a:defRPr sz="2100"/>
            </a:pPr>
            <a:r>
              <a:t>Role-based authorization should protect sensitive operations</a:t>
            </a:r>
          </a:p>
          <a:p>
            <a:pPr>
              <a:spcAft>
                <a:spcPts val="1000"/>
              </a:spcAft>
              <a:defRPr sz="2100"/>
            </a:pPr>
            <a:r>
              <a:t>HTTPS, CSRF protection, validation and audit logs should be added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13. 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Test page routing and navigation</a:t>
            </a:r>
          </a:p>
          <a:p>
            <a:pPr>
              <a:spcAft>
                <a:spcPts val="1000"/>
              </a:spcAft>
              <a:defRPr sz="2100"/>
            </a:pPr>
            <a:r>
              <a:t>Test customer and account form submissions</a:t>
            </a:r>
          </a:p>
          <a:p>
            <a:pPr>
              <a:spcAft>
                <a:spcPts val="1000"/>
              </a:spcAft>
              <a:defRPr sz="2100"/>
            </a:pPr>
            <a:r>
              <a:t>Test MongoDB connectivity</a:t>
            </a:r>
          </a:p>
          <a:p>
            <a:pPr>
              <a:spcAft>
                <a:spcPts val="1000"/>
              </a:spcAft>
              <a:defRPr sz="2100"/>
            </a:pPr>
            <a:r>
              <a:t>Test valid and invalid form inputs</a:t>
            </a:r>
          </a:p>
          <a:p>
            <a:pPr>
              <a:spcAft>
                <a:spcPts val="1000"/>
              </a:spcAft>
              <a:defRPr sz="2100"/>
            </a:pPr>
            <a:r>
              <a:t>Test responsive layout on different screen sizes</a:t>
            </a:r>
          </a:p>
          <a:p>
            <a:pPr>
              <a:spcAft>
                <a:spcPts val="1000"/>
              </a:spcAft>
              <a:defRPr sz="2100"/>
            </a:pPr>
            <a:r>
              <a:t>Test production deployment and environment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14. GitHub &amp; Render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Create a GitHub repository</a:t>
            </a:r>
          </a:p>
          <a:p>
            <a:pPr>
              <a:spcAft>
                <a:spcPts val="1000"/>
              </a:spcAft>
              <a:defRPr sz="2100"/>
            </a:pPr>
            <a:r>
              <a:t>Push project source code to the main branch</a:t>
            </a:r>
          </a:p>
          <a:p>
            <a:pPr>
              <a:spcAft>
                <a:spcPts val="1000"/>
              </a:spcAft>
              <a:defRPr sz="2100"/>
            </a:pPr>
            <a:r>
              <a:t>Connect the repository to Render</a:t>
            </a:r>
          </a:p>
          <a:p>
            <a:pPr>
              <a:spcAft>
                <a:spcPts val="1000"/>
              </a:spcAft>
              <a:defRPr sz="2100"/>
            </a:pPr>
            <a:r>
              <a:t>Build command: pip install -r requirements.txt</a:t>
            </a:r>
          </a:p>
          <a:p>
            <a:pPr>
              <a:spcAft>
                <a:spcPts val="1000"/>
              </a:spcAft>
              <a:defRPr sz="2100"/>
            </a:pPr>
            <a:r>
              <a:t>Start command: gunicorn app:app</a:t>
            </a:r>
          </a:p>
          <a:p>
            <a:pPr>
              <a:spcAft>
                <a:spcPts val="1000"/>
              </a:spcAft>
              <a:defRPr sz="2100"/>
            </a:pPr>
            <a:r>
              <a:t>Configure MONGO_URI and SECRET_KEY in Render Environment Variables</a:t>
            </a:r>
          </a:p>
          <a:p>
            <a:pPr>
              <a:spcAft>
                <a:spcPts val="1000"/>
              </a:spcAft>
              <a:defRPr sz="2100"/>
            </a:pPr>
            <a:r>
              <a:t>Use MongoDB Atlas for cloud database connectivity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15.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Login, logout and role-based access control</a:t>
            </a:r>
          </a:p>
          <a:p>
            <a:pPr>
              <a:spcAft>
                <a:spcPts val="1000"/>
              </a:spcAft>
              <a:defRPr sz="2100"/>
            </a:pPr>
            <a:r>
              <a:t>Advanced customer search and pagination</a:t>
            </a:r>
          </a:p>
          <a:p>
            <a:pPr>
              <a:spcAft>
                <a:spcPts val="1000"/>
              </a:spcAft>
              <a:defRPr sz="2100"/>
            </a:pPr>
            <a:r>
              <a:t>Automatic account balance calculation</a:t>
            </a:r>
          </a:p>
          <a:p>
            <a:pPr>
              <a:spcAft>
                <a:spcPts val="1000"/>
              </a:spcAft>
              <a:defRPr sz="2100"/>
            </a:pPr>
            <a:r>
              <a:t>EMI and loan repayment management</a:t>
            </a:r>
          </a:p>
          <a:p>
            <a:pPr>
              <a:spcAft>
                <a:spcPts val="1000"/>
              </a:spcAft>
              <a:defRPr sz="2100"/>
            </a:pPr>
            <a:r>
              <a:t>PDF bank statements</a:t>
            </a:r>
          </a:p>
          <a:p>
            <a:pPr>
              <a:spcAft>
                <a:spcPts val="1000"/>
              </a:spcAft>
              <a:defRPr sz="2100"/>
            </a:pPr>
            <a:r>
              <a:t>Charts and analytics dashboard</a:t>
            </a:r>
          </a:p>
          <a:p>
            <a:pPr>
              <a:spcAft>
                <a:spcPts val="1000"/>
              </a:spcAft>
              <a:defRPr sz="2100"/>
            </a:pPr>
            <a:r>
              <a:t>REST APIs and mobile application integration</a:t>
            </a:r>
          </a:p>
          <a:p>
            <a:pPr>
              <a:spcAft>
                <a:spcPts val="1000"/>
              </a:spcAft>
              <a:defRPr sz="2100"/>
            </a:pPr>
            <a:r>
              <a:t>Automated testing and continuous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16.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The project combines frontend, backend, database and deployment skills</a:t>
            </a:r>
          </a:p>
          <a:p>
            <a:pPr>
              <a:spcAft>
                <a:spcPts val="1000"/>
              </a:spcAft>
              <a:defRPr sz="2100"/>
            </a:pPr>
            <a:r>
              <a:t>It demonstrates practical Python Flask and MongoDB development</a:t>
            </a:r>
          </a:p>
          <a:p>
            <a:pPr>
              <a:spcAft>
                <a:spcPts val="1000"/>
              </a:spcAft>
              <a:defRPr sz="2100"/>
            </a:pPr>
            <a:r>
              <a:t>It is suitable as a BCS academic and portfolio project</a:t>
            </a:r>
          </a:p>
          <a:p>
            <a:pPr>
              <a:spcAft>
                <a:spcPts val="1000"/>
              </a:spcAft>
              <a:defRPr sz="2100"/>
            </a:pPr>
            <a:r>
              <a:t>The modular architecture allows future features to be added</a:t>
            </a:r>
          </a:p>
          <a:p>
            <a:pPr>
              <a:spcAft>
                <a:spcPts val="1000"/>
              </a:spcAft>
              <a:defRPr sz="2100"/>
            </a:pPr>
            <a:r>
              <a:t>Developed by Jayesh Gaikwad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17.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100"/>
            </a:pPr>
            <a:r>
              <a:t>Thank You</a:t>
            </a:r>
          </a:p>
          <a:p>
            <a:pPr>
              <a:spcAft>
                <a:spcPts val="1000"/>
              </a:spcAft>
              <a:defRPr sz="2100"/>
            </a:pPr>
            <a:r>
              <a:t>Bank Management System</a:t>
            </a:r>
          </a:p>
          <a:p>
            <a:pPr>
              <a:spcAft>
                <a:spcPts val="1000"/>
              </a:spcAft>
              <a:defRPr sz="2100"/>
            </a:pPr>
            <a:r>
              <a:t>Developed by Jayesh Gaikwad</a:t>
            </a:r>
          </a:p>
          <a:p>
            <a:pPr>
              <a:spcAft>
                <a:spcPts val="1000"/>
              </a:spcAft>
              <a:defRPr sz="2100"/>
            </a:pPr>
            <a:r>
              <a:t>Technology: HTML • CSS • JavaScript • Python • Flask • MongoDB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3C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574536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Bank Management System • Jayesh Gaikwad • 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